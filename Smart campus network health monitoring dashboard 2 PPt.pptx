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0" r:id="rId1"/>
  </p:sldMasterIdLst>
  <p:notesMasterIdLst>
    <p:notesMasterId r:id="rId28"/>
  </p:notesMasterIdLst>
  <p:sldIdLst>
    <p:sldId id="256" r:id="rId2"/>
    <p:sldId id="257" r:id="rId3"/>
    <p:sldId id="265" r:id="rId4"/>
    <p:sldId id="266" r:id="rId5"/>
    <p:sldId id="267" r:id="rId6"/>
    <p:sldId id="268" r:id="rId7"/>
    <p:sldId id="269" r:id="rId8"/>
    <p:sldId id="270" r:id="rId9"/>
    <p:sldId id="272" r:id="rId10"/>
    <p:sldId id="273" r:id="rId11"/>
    <p:sldId id="274" r:id="rId12"/>
    <p:sldId id="286" r:id="rId13"/>
    <p:sldId id="287" r:id="rId14"/>
    <p:sldId id="288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7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13" autoAdjust="0"/>
    <p:restoredTop sz="94660"/>
  </p:normalViewPr>
  <p:slideViewPr>
    <p:cSldViewPr snapToGrid="0">
      <p:cViewPr varScale="1">
        <p:scale>
          <a:sx n="82" d="100"/>
          <a:sy n="82" d="100"/>
        </p:scale>
        <p:origin x="70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pana G" userId="83df94b819576c1e" providerId="LiveId" clId="{1C7A182E-FCFE-4DA1-9C95-25A3C395D29F}"/>
    <pc:docChg chg="undo custSel addSld delSld modSld">
      <pc:chgData name="Kalpana G" userId="83df94b819576c1e" providerId="LiveId" clId="{1C7A182E-FCFE-4DA1-9C95-25A3C395D29F}" dt="2026-09-03T14:06:26.229" v="290" actId="2711"/>
      <pc:docMkLst>
        <pc:docMk/>
      </pc:docMkLst>
      <pc:sldChg chg="modSp mod">
        <pc:chgData name="Kalpana G" userId="83df94b819576c1e" providerId="LiveId" clId="{1C7A182E-FCFE-4DA1-9C95-25A3C395D29F}" dt="2026-09-03T13:47:26.854" v="209" actId="1076"/>
        <pc:sldMkLst>
          <pc:docMk/>
          <pc:sldMk cId="1785597037" sldId="256"/>
        </pc:sldMkLst>
        <pc:spChg chg="mod">
          <ac:chgData name="Kalpana G" userId="83df94b819576c1e" providerId="LiveId" clId="{1C7A182E-FCFE-4DA1-9C95-25A3C395D29F}" dt="2026-09-03T13:47:26.854" v="209" actId="1076"/>
          <ac:spMkLst>
            <pc:docMk/>
            <pc:sldMk cId="1785597037" sldId="256"/>
            <ac:spMk id="3" creationId="{E917AD2A-A723-7482-DEFF-227E939B0172}"/>
          </ac:spMkLst>
        </pc:spChg>
      </pc:sldChg>
      <pc:sldChg chg="modSp mod">
        <pc:chgData name="Kalpana G" userId="83df94b819576c1e" providerId="LiveId" clId="{1C7A182E-FCFE-4DA1-9C95-25A3C395D29F}" dt="2026-09-03T13:55:02.117" v="252" actId="113"/>
        <pc:sldMkLst>
          <pc:docMk/>
          <pc:sldMk cId="2839993791" sldId="265"/>
        </pc:sldMkLst>
        <pc:spChg chg="mod">
          <ac:chgData name="Kalpana G" userId="83df94b819576c1e" providerId="LiveId" clId="{1C7A182E-FCFE-4DA1-9C95-25A3C395D29F}" dt="2026-09-03T13:55:02.117" v="252" actId="113"/>
          <ac:spMkLst>
            <pc:docMk/>
            <pc:sldMk cId="2839993791" sldId="265"/>
            <ac:spMk id="2" creationId="{EB0823FC-68F5-0DEE-F8FF-DBCE346D10F3}"/>
          </ac:spMkLst>
        </pc:spChg>
      </pc:sldChg>
      <pc:sldChg chg="modSp mod">
        <pc:chgData name="Kalpana G" userId="83df94b819576c1e" providerId="LiveId" clId="{1C7A182E-FCFE-4DA1-9C95-25A3C395D29F}" dt="2026-09-03T13:55:46.524" v="254" actId="113"/>
        <pc:sldMkLst>
          <pc:docMk/>
          <pc:sldMk cId="4027245208" sldId="266"/>
        </pc:sldMkLst>
        <pc:spChg chg="mod">
          <ac:chgData name="Kalpana G" userId="83df94b819576c1e" providerId="LiveId" clId="{1C7A182E-FCFE-4DA1-9C95-25A3C395D29F}" dt="2026-09-03T13:55:46.524" v="254" actId="113"/>
          <ac:spMkLst>
            <pc:docMk/>
            <pc:sldMk cId="4027245208" sldId="266"/>
            <ac:spMk id="2" creationId="{EB0823FC-68F5-0DEE-F8FF-DBCE346D10F3}"/>
          </ac:spMkLst>
        </pc:spChg>
      </pc:sldChg>
      <pc:sldChg chg="modSp mod">
        <pc:chgData name="Kalpana G" userId="83df94b819576c1e" providerId="LiveId" clId="{1C7A182E-FCFE-4DA1-9C95-25A3C395D29F}" dt="2026-09-03T13:57:27.313" v="263" actId="113"/>
        <pc:sldMkLst>
          <pc:docMk/>
          <pc:sldMk cId="3803131539" sldId="267"/>
        </pc:sldMkLst>
        <pc:spChg chg="mod">
          <ac:chgData name="Kalpana G" userId="83df94b819576c1e" providerId="LiveId" clId="{1C7A182E-FCFE-4DA1-9C95-25A3C395D29F}" dt="2026-09-03T13:57:27.313" v="263" actId="113"/>
          <ac:spMkLst>
            <pc:docMk/>
            <pc:sldMk cId="3803131539" sldId="267"/>
            <ac:spMk id="2" creationId="{EB0823FC-68F5-0DEE-F8FF-DBCE346D10F3}"/>
          </ac:spMkLst>
        </pc:spChg>
      </pc:sldChg>
      <pc:sldChg chg="addSp delSp modSp mod">
        <pc:chgData name="Kalpana G" userId="83df94b819576c1e" providerId="LiveId" clId="{1C7A182E-FCFE-4DA1-9C95-25A3C395D29F}" dt="2026-09-03T13:47:59.551" v="211" actId="478"/>
        <pc:sldMkLst>
          <pc:docMk/>
          <pc:sldMk cId="2611394713" sldId="270"/>
        </pc:sldMkLst>
        <pc:picChg chg="add del mod">
          <ac:chgData name="Kalpana G" userId="83df94b819576c1e" providerId="LiveId" clId="{1C7A182E-FCFE-4DA1-9C95-25A3C395D29F}" dt="2026-09-03T13:47:59.551" v="211" actId="478"/>
          <ac:picMkLst>
            <pc:docMk/>
            <pc:sldMk cId="2611394713" sldId="270"/>
            <ac:picMk id="6" creationId="{3720E4BE-0601-71B3-31CB-AB55B0A8EA98}"/>
          </ac:picMkLst>
        </pc:picChg>
      </pc:sldChg>
      <pc:sldChg chg="addSp modSp mod">
        <pc:chgData name="Kalpana G" userId="83df94b819576c1e" providerId="LiveId" clId="{1C7A182E-FCFE-4DA1-9C95-25A3C395D29F}" dt="2026-09-03T13:42:12.850" v="139" actId="1076"/>
        <pc:sldMkLst>
          <pc:docMk/>
          <pc:sldMk cId="3440905989" sldId="272"/>
        </pc:sldMkLst>
        <pc:spChg chg="mod">
          <ac:chgData name="Kalpana G" userId="83df94b819576c1e" providerId="LiveId" clId="{1C7A182E-FCFE-4DA1-9C95-25A3C395D29F}" dt="2026-09-03T13:42:12.850" v="139" actId="1076"/>
          <ac:spMkLst>
            <pc:docMk/>
            <pc:sldMk cId="3440905989" sldId="272"/>
            <ac:spMk id="2" creationId="{4BF45061-57BC-27C5-251C-B54B86F36CB0}"/>
          </ac:spMkLst>
        </pc:spChg>
        <pc:picChg chg="add mod">
          <ac:chgData name="Kalpana G" userId="83df94b819576c1e" providerId="LiveId" clId="{1C7A182E-FCFE-4DA1-9C95-25A3C395D29F}" dt="2026-09-03T13:41:58.628" v="137" actId="1076"/>
          <ac:picMkLst>
            <pc:docMk/>
            <pc:sldMk cId="3440905989" sldId="272"/>
            <ac:picMk id="5" creationId="{177E3D25-B10F-428F-7DD7-22FD5D780AEC}"/>
          </ac:picMkLst>
        </pc:picChg>
      </pc:sldChg>
      <pc:sldChg chg="addSp modSp mod">
        <pc:chgData name="Kalpana G" userId="83df94b819576c1e" providerId="LiveId" clId="{1C7A182E-FCFE-4DA1-9C95-25A3C395D29F}" dt="2026-09-03T13:58:08.697" v="264" actId="2711"/>
        <pc:sldMkLst>
          <pc:docMk/>
          <pc:sldMk cId="2425589494" sldId="273"/>
        </pc:sldMkLst>
        <pc:spChg chg="mod">
          <ac:chgData name="Kalpana G" userId="83df94b819576c1e" providerId="LiveId" clId="{1C7A182E-FCFE-4DA1-9C95-25A3C395D29F}" dt="2026-09-03T13:58:08.697" v="264" actId="2711"/>
          <ac:spMkLst>
            <pc:docMk/>
            <pc:sldMk cId="2425589494" sldId="273"/>
            <ac:spMk id="2" creationId="{E399F4CF-66A9-94E9-CD5F-7C5AE12B315D}"/>
          </ac:spMkLst>
        </pc:spChg>
        <pc:picChg chg="add mod">
          <ac:chgData name="Kalpana G" userId="83df94b819576c1e" providerId="LiveId" clId="{1C7A182E-FCFE-4DA1-9C95-25A3C395D29F}" dt="2026-09-03T13:42:47.362" v="140"/>
          <ac:picMkLst>
            <pc:docMk/>
            <pc:sldMk cId="2425589494" sldId="273"/>
            <ac:picMk id="5" creationId="{CC826E59-3DFA-E0A6-4148-27E61945BD2F}"/>
          </ac:picMkLst>
        </pc:picChg>
      </pc:sldChg>
      <pc:sldChg chg="addSp modSp mod">
        <pc:chgData name="Kalpana G" userId="83df94b819576c1e" providerId="LiveId" clId="{1C7A182E-FCFE-4DA1-9C95-25A3C395D29F}" dt="2026-09-03T13:59:06.396" v="267" actId="2711"/>
        <pc:sldMkLst>
          <pc:docMk/>
          <pc:sldMk cId="2674278763" sldId="274"/>
        </pc:sldMkLst>
        <pc:spChg chg="mod">
          <ac:chgData name="Kalpana G" userId="83df94b819576c1e" providerId="LiveId" clId="{1C7A182E-FCFE-4DA1-9C95-25A3C395D29F}" dt="2026-09-03T13:59:06.396" v="267" actId="2711"/>
          <ac:spMkLst>
            <pc:docMk/>
            <pc:sldMk cId="2674278763" sldId="274"/>
            <ac:spMk id="2" creationId="{76377BCE-E797-89DF-780C-17991236AF59}"/>
          </ac:spMkLst>
        </pc:spChg>
        <pc:picChg chg="add mod">
          <ac:chgData name="Kalpana G" userId="83df94b819576c1e" providerId="LiveId" clId="{1C7A182E-FCFE-4DA1-9C95-25A3C395D29F}" dt="2026-09-03T13:42:55.702" v="141"/>
          <ac:picMkLst>
            <pc:docMk/>
            <pc:sldMk cId="2674278763" sldId="274"/>
            <ac:picMk id="5" creationId="{964DD9E0-8A19-2914-28F9-5EDCD751AFE2}"/>
          </ac:picMkLst>
        </pc:picChg>
      </pc:sldChg>
      <pc:sldChg chg="addSp modSp mod">
        <pc:chgData name="Kalpana G" userId="83df94b819576c1e" providerId="LiveId" clId="{1C7A182E-FCFE-4DA1-9C95-25A3C395D29F}" dt="2026-09-03T13:56:49.058" v="258" actId="2711"/>
        <pc:sldMkLst>
          <pc:docMk/>
          <pc:sldMk cId="2380885445" sldId="275"/>
        </pc:sldMkLst>
        <pc:spChg chg="mod">
          <ac:chgData name="Kalpana G" userId="83df94b819576c1e" providerId="LiveId" clId="{1C7A182E-FCFE-4DA1-9C95-25A3C395D29F}" dt="2026-09-03T13:56:49.058" v="258" actId="2711"/>
          <ac:spMkLst>
            <pc:docMk/>
            <pc:sldMk cId="2380885445" sldId="275"/>
            <ac:spMk id="2" creationId="{57DB370C-1DB4-84CD-34EC-DFA45B3A5D37}"/>
          </ac:spMkLst>
        </pc:spChg>
        <pc:spChg chg="mod">
          <ac:chgData name="Kalpana G" userId="83df94b819576c1e" providerId="LiveId" clId="{1C7A182E-FCFE-4DA1-9C95-25A3C395D29F}" dt="2026-09-03T12:45:46.052" v="21" actId="1076"/>
          <ac:spMkLst>
            <pc:docMk/>
            <pc:sldMk cId="2380885445" sldId="275"/>
            <ac:spMk id="3" creationId="{D202AA89-517B-1DA3-DE56-085C3FB59B3F}"/>
          </ac:spMkLst>
        </pc:spChg>
        <pc:picChg chg="add mod">
          <ac:chgData name="Kalpana G" userId="83df94b819576c1e" providerId="LiveId" clId="{1C7A182E-FCFE-4DA1-9C95-25A3C395D29F}" dt="2026-09-03T13:43:18.745" v="144"/>
          <ac:picMkLst>
            <pc:docMk/>
            <pc:sldMk cId="2380885445" sldId="275"/>
            <ac:picMk id="5" creationId="{B46E2B3E-E629-7192-6F1B-51B279B341C7}"/>
          </ac:picMkLst>
        </pc:picChg>
      </pc:sldChg>
      <pc:sldChg chg="addSp modSp mod">
        <pc:chgData name="Kalpana G" userId="83df94b819576c1e" providerId="LiveId" clId="{1C7A182E-FCFE-4DA1-9C95-25A3C395D29F}" dt="2026-09-03T14:01:17.792" v="273" actId="2711"/>
        <pc:sldMkLst>
          <pc:docMk/>
          <pc:sldMk cId="802541755" sldId="276"/>
        </pc:sldMkLst>
        <pc:spChg chg="mod">
          <ac:chgData name="Kalpana G" userId="83df94b819576c1e" providerId="LiveId" clId="{1C7A182E-FCFE-4DA1-9C95-25A3C395D29F}" dt="2026-09-03T14:01:17.792" v="273" actId="2711"/>
          <ac:spMkLst>
            <pc:docMk/>
            <pc:sldMk cId="802541755" sldId="276"/>
            <ac:spMk id="2" creationId="{7437D0C9-F50F-0481-C6B6-B4E53DEF6568}"/>
          </ac:spMkLst>
        </pc:spChg>
        <pc:spChg chg="mod">
          <ac:chgData name="Kalpana G" userId="83df94b819576c1e" providerId="LiveId" clId="{1C7A182E-FCFE-4DA1-9C95-25A3C395D29F}" dt="2026-09-03T12:45:59.452" v="23" actId="1076"/>
          <ac:spMkLst>
            <pc:docMk/>
            <pc:sldMk cId="802541755" sldId="276"/>
            <ac:spMk id="3" creationId="{F209F347-E8E3-BCA7-6470-A7672B52A86A}"/>
          </ac:spMkLst>
        </pc:spChg>
        <pc:picChg chg="add mod">
          <ac:chgData name="Kalpana G" userId="83df94b819576c1e" providerId="LiveId" clId="{1C7A182E-FCFE-4DA1-9C95-25A3C395D29F}" dt="2026-09-03T13:43:23.383" v="145"/>
          <ac:picMkLst>
            <pc:docMk/>
            <pc:sldMk cId="802541755" sldId="276"/>
            <ac:picMk id="5" creationId="{FA00EEB9-8D68-69F4-0F5E-9079DDD7B3F8}"/>
          </ac:picMkLst>
        </pc:picChg>
      </pc:sldChg>
      <pc:sldChg chg="addSp modSp mod">
        <pc:chgData name="Kalpana G" userId="83df94b819576c1e" providerId="LiveId" clId="{1C7A182E-FCFE-4DA1-9C95-25A3C395D29F}" dt="2026-09-03T14:01:43.220" v="274" actId="2711"/>
        <pc:sldMkLst>
          <pc:docMk/>
          <pc:sldMk cId="606812279" sldId="277"/>
        </pc:sldMkLst>
        <pc:spChg chg="mod">
          <ac:chgData name="Kalpana G" userId="83df94b819576c1e" providerId="LiveId" clId="{1C7A182E-FCFE-4DA1-9C95-25A3C395D29F}" dt="2026-09-03T14:01:43.220" v="274" actId="2711"/>
          <ac:spMkLst>
            <pc:docMk/>
            <pc:sldMk cId="606812279" sldId="277"/>
            <ac:spMk id="2" creationId="{F73FAFEF-262D-8B1D-7851-8D5CDA2B2B92}"/>
          </ac:spMkLst>
        </pc:spChg>
        <pc:spChg chg="mod">
          <ac:chgData name="Kalpana G" userId="83df94b819576c1e" providerId="LiveId" clId="{1C7A182E-FCFE-4DA1-9C95-25A3C395D29F}" dt="2026-09-03T12:46:38.869" v="27" actId="14100"/>
          <ac:spMkLst>
            <pc:docMk/>
            <pc:sldMk cId="606812279" sldId="277"/>
            <ac:spMk id="3" creationId="{D16768D2-C299-6474-9757-80383BBE6B44}"/>
          </ac:spMkLst>
        </pc:spChg>
        <pc:picChg chg="add mod">
          <ac:chgData name="Kalpana G" userId="83df94b819576c1e" providerId="LiveId" clId="{1C7A182E-FCFE-4DA1-9C95-25A3C395D29F}" dt="2026-09-03T13:43:27.415" v="146"/>
          <ac:picMkLst>
            <pc:docMk/>
            <pc:sldMk cId="606812279" sldId="277"/>
            <ac:picMk id="5" creationId="{B8B9CB02-7247-C10B-866E-70B3323FF57C}"/>
          </ac:picMkLst>
        </pc:picChg>
      </pc:sldChg>
      <pc:sldChg chg="addSp modSp mod">
        <pc:chgData name="Kalpana G" userId="83df94b819576c1e" providerId="LiveId" clId="{1C7A182E-FCFE-4DA1-9C95-25A3C395D29F}" dt="2026-09-03T14:02:20.452" v="276" actId="2711"/>
        <pc:sldMkLst>
          <pc:docMk/>
          <pc:sldMk cId="2703918093" sldId="278"/>
        </pc:sldMkLst>
        <pc:spChg chg="mod">
          <ac:chgData name="Kalpana G" userId="83df94b819576c1e" providerId="LiveId" clId="{1C7A182E-FCFE-4DA1-9C95-25A3C395D29F}" dt="2026-09-03T14:02:20.452" v="276" actId="2711"/>
          <ac:spMkLst>
            <pc:docMk/>
            <pc:sldMk cId="2703918093" sldId="278"/>
            <ac:spMk id="2" creationId="{7FE76427-C104-6443-5BAB-D448EBF68410}"/>
          </ac:spMkLst>
        </pc:spChg>
        <pc:spChg chg="mod">
          <ac:chgData name="Kalpana G" userId="83df94b819576c1e" providerId="LiveId" clId="{1C7A182E-FCFE-4DA1-9C95-25A3C395D29F}" dt="2026-09-03T12:47:29.111" v="35" actId="1076"/>
          <ac:spMkLst>
            <pc:docMk/>
            <pc:sldMk cId="2703918093" sldId="278"/>
            <ac:spMk id="3" creationId="{8E1D998E-803C-81C1-0C77-3472D89EA7CE}"/>
          </ac:spMkLst>
        </pc:spChg>
        <pc:picChg chg="add mod">
          <ac:chgData name="Kalpana G" userId="83df94b819576c1e" providerId="LiveId" clId="{1C7A182E-FCFE-4DA1-9C95-25A3C395D29F}" dt="2026-09-03T13:43:34.411" v="147"/>
          <ac:picMkLst>
            <pc:docMk/>
            <pc:sldMk cId="2703918093" sldId="278"/>
            <ac:picMk id="5" creationId="{61B08B0E-54B7-CD77-88B6-3B44390D8128}"/>
          </ac:picMkLst>
        </pc:picChg>
      </pc:sldChg>
      <pc:sldChg chg="addSp modSp mod">
        <pc:chgData name="Kalpana G" userId="83df94b819576c1e" providerId="LiveId" clId="{1C7A182E-FCFE-4DA1-9C95-25A3C395D29F}" dt="2026-09-03T14:03:25.668" v="279" actId="2711"/>
        <pc:sldMkLst>
          <pc:docMk/>
          <pc:sldMk cId="440704114" sldId="279"/>
        </pc:sldMkLst>
        <pc:spChg chg="mod">
          <ac:chgData name="Kalpana G" userId="83df94b819576c1e" providerId="LiveId" clId="{1C7A182E-FCFE-4DA1-9C95-25A3C395D29F}" dt="2026-09-03T14:03:25.668" v="279" actId="2711"/>
          <ac:spMkLst>
            <pc:docMk/>
            <pc:sldMk cId="440704114" sldId="279"/>
            <ac:spMk id="2" creationId="{61B9275B-7291-3FC1-08C1-1F1DB5099C30}"/>
          </ac:spMkLst>
        </pc:spChg>
        <pc:spChg chg="mod">
          <ac:chgData name="Kalpana G" userId="83df94b819576c1e" providerId="LiveId" clId="{1C7A182E-FCFE-4DA1-9C95-25A3C395D29F}" dt="2026-09-03T12:47:55.952" v="39" actId="1076"/>
          <ac:spMkLst>
            <pc:docMk/>
            <pc:sldMk cId="440704114" sldId="279"/>
            <ac:spMk id="3" creationId="{059BDAB1-8E08-5717-9AC7-884AB8AE4374}"/>
          </ac:spMkLst>
        </pc:spChg>
        <pc:picChg chg="add mod">
          <ac:chgData name="Kalpana G" userId="83df94b819576c1e" providerId="LiveId" clId="{1C7A182E-FCFE-4DA1-9C95-25A3C395D29F}" dt="2026-09-03T13:43:38.332" v="148"/>
          <ac:picMkLst>
            <pc:docMk/>
            <pc:sldMk cId="440704114" sldId="279"/>
            <ac:picMk id="5" creationId="{ADA9B8B8-927C-B715-B9AD-C60F8F5D2A7D}"/>
          </ac:picMkLst>
        </pc:picChg>
      </pc:sldChg>
      <pc:sldChg chg="addSp modSp mod">
        <pc:chgData name="Kalpana G" userId="83df94b819576c1e" providerId="LiveId" clId="{1C7A182E-FCFE-4DA1-9C95-25A3C395D29F}" dt="2026-09-03T14:03:54.910" v="280" actId="2711"/>
        <pc:sldMkLst>
          <pc:docMk/>
          <pc:sldMk cId="2923298641" sldId="280"/>
        </pc:sldMkLst>
        <pc:spChg chg="mod">
          <ac:chgData name="Kalpana G" userId="83df94b819576c1e" providerId="LiveId" clId="{1C7A182E-FCFE-4DA1-9C95-25A3C395D29F}" dt="2026-09-03T14:03:54.910" v="280" actId="2711"/>
          <ac:spMkLst>
            <pc:docMk/>
            <pc:sldMk cId="2923298641" sldId="280"/>
            <ac:spMk id="2" creationId="{8155639E-AC4A-C467-205F-61A2E42421C1}"/>
          </ac:spMkLst>
        </pc:spChg>
        <pc:spChg chg="mod">
          <ac:chgData name="Kalpana G" userId="83df94b819576c1e" providerId="LiveId" clId="{1C7A182E-FCFE-4DA1-9C95-25A3C395D29F}" dt="2026-09-03T13:52:47.213" v="250" actId="14100"/>
          <ac:spMkLst>
            <pc:docMk/>
            <pc:sldMk cId="2923298641" sldId="280"/>
            <ac:spMk id="3" creationId="{D522945D-460A-FAA8-93E2-7EE2232AA7F2}"/>
          </ac:spMkLst>
        </pc:spChg>
        <pc:picChg chg="add mod">
          <ac:chgData name="Kalpana G" userId="83df94b819576c1e" providerId="LiveId" clId="{1C7A182E-FCFE-4DA1-9C95-25A3C395D29F}" dt="2026-09-03T13:43:42.832" v="149"/>
          <ac:picMkLst>
            <pc:docMk/>
            <pc:sldMk cId="2923298641" sldId="280"/>
            <ac:picMk id="5" creationId="{996286FD-100C-7032-CCE5-B53C8EBBAB05}"/>
          </ac:picMkLst>
        </pc:picChg>
      </pc:sldChg>
      <pc:sldChg chg="addSp modSp mod">
        <pc:chgData name="Kalpana G" userId="83df94b819576c1e" providerId="LiveId" clId="{1C7A182E-FCFE-4DA1-9C95-25A3C395D29F}" dt="2026-09-03T14:04:22.419" v="281" actId="2711"/>
        <pc:sldMkLst>
          <pc:docMk/>
          <pc:sldMk cId="139222521" sldId="281"/>
        </pc:sldMkLst>
        <pc:spChg chg="mod">
          <ac:chgData name="Kalpana G" userId="83df94b819576c1e" providerId="LiveId" clId="{1C7A182E-FCFE-4DA1-9C95-25A3C395D29F}" dt="2026-09-03T14:04:22.419" v="281" actId="2711"/>
          <ac:spMkLst>
            <pc:docMk/>
            <pc:sldMk cId="139222521" sldId="281"/>
            <ac:spMk id="2" creationId="{FF45DFD7-3B18-468A-D91B-24EAD5203A36}"/>
          </ac:spMkLst>
        </pc:spChg>
        <pc:spChg chg="mod">
          <ac:chgData name="Kalpana G" userId="83df94b819576c1e" providerId="LiveId" clId="{1C7A182E-FCFE-4DA1-9C95-25A3C395D29F}" dt="2026-09-03T12:49:34.320" v="56" actId="1076"/>
          <ac:spMkLst>
            <pc:docMk/>
            <pc:sldMk cId="139222521" sldId="281"/>
            <ac:spMk id="3" creationId="{22FCA079-AC8E-21A1-9B44-9C7EF7F50D6F}"/>
          </ac:spMkLst>
        </pc:spChg>
        <pc:picChg chg="add mod">
          <ac:chgData name="Kalpana G" userId="83df94b819576c1e" providerId="LiveId" clId="{1C7A182E-FCFE-4DA1-9C95-25A3C395D29F}" dt="2026-09-03T13:43:47.905" v="150"/>
          <ac:picMkLst>
            <pc:docMk/>
            <pc:sldMk cId="139222521" sldId="281"/>
            <ac:picMk id="5" creationId="{DBA9EAD2-06C4-1F2E-2403-230D32B7AFD9}"/>
          </ac:picMkLst>
        </pc:picChg>
      </pc:sldChg>
      <pc:sldChg chg="addSp modSp mod">
        <pc:chgData name="Kalpana G" userId="83df94b819576c1e" providerId="LiveId" clId="{1C7A182E-FCFE-4DA1-9C95-25A3C395D29F}" dt="2026-09-03T14:04:47.584" v="282" actId="2711"/>
        <pc:sldMkLst>
          <pc:docMk/>
          <pc:sldMk cId="898901024" sldId="282"/>
        </pc:sldMkLst>
        <pc:spChg chg="mod">
          <ac:chgData name="Kalpana G" userId="83df94b819576c1e" providerId="LiveId" clId="{1C7A182E-FCFE-4DA1-9C95-25A3C395D29F}" dt="2026-09-03T14:04:47.584" v="282" actId="2711"/>
          <ac:spMkLst>
            <pc:docMk/>
            <pc:sldMk cId="898901024" sldId="282"/>
            <ac:spMk id="2" creationId="{C9B7978B-A43F-B220-9450-2D6E68A03A8A}"/>
          </ac:spMkLst>
        </pc:spChg>
        <pc:spChg chg="mod">
          <ac:chgData name="Kalpana G" userId="83df94b819576c1e" providerId="LiveId" clId="{1C7A182E-FCFE-4DA1-9C95-25A3C395D29F}" dt="2026-09-03T12:50:28.446" v="67" actId="1076"/>
          <ac:spMkLst>
            <pc:docMk/>
            <pc:sldMk cId="898901024" sldId="282"/>
            <ac:spMk id="3" creationId="{A5681613-BCB6-C299-E604-ADAC6D68630A}"/>
          </ac:spMkLst>
        </pc:spChg>
        <pc:picChg chg="add mod">
          <ac:chgData name="Kalpana G" userId="83df94b819576c1e" providerId="LiveId" clId="{1C7A182E-FCFE-4DA1-9C95-25A3C395D29F}" dt="2026-09-03T13:43:54.338" v="151"/>
          <ac:picMkLst>
            <pc:docMk/>
            <pc:sldMk cId="898901024" sldId="282"/>
            <ac:picMk id="5" creationId="{6AF3FACB-F66B-2A6C-4863-E77131BCD90D}"/>
          </ac:picMkLst>
        </pc:picChg>
      </pc:sldChg>
      <pc:sldChg chg="addSp modSp mod">
        <pc:chgData name="Kalpana G" userId="83df94b819576c1e" providerId="LiveId" clId="{1C7A182E-FCFE-4DA1-9C95-25A3C395D29F}" dt="2026-09-03T14:05:19.339" v="285" actId="2711"/>
        <pc:sldMkLst>
          <pc:docMk/>
          <pc:sldMk cId="3810210476" sldId="283"/>
        </pc:sldMkLst>
        <pc:spChg chg="mod">
          <ac:chgData name="Kalpana G" userId="83df94b819576c1e" providerId="LiveId" clId="{1C7A182E-FCFE-4DA1-9C95-25A3C395D29F}" dt="2026-09-03T14:05:19.339" v="285" actId="2711"/>
          <ac:spMkLst>
            <pc:docMk/>
            <pc:sldMk cId="3810210476" sldId="283"/>
            <ac:spMk id="2" creationId="{69921637-9FC0-E800-1E5A-C1FF0EE17CAF}"/>
          </ac:spMkLst>
        </pc:spChg>
        <pc:spChg chg="mod">
          <ac:chgData name="Kalpana G" userId="83df94b819576c1e" providerId="LiveId" clId="{1C7A182E-FCFE-4DA1-9C95-25A3C395D29F}" dt="2026-09-03T12:51:02.389" v="72" actId="14100"/>
          <ac:spMkLst>
            <pc:docMk/>
            <pc:sldMk cId="3810210476" sldId="283"/>
            <ac:spMk id="3" creationId="{A28FE01B-F007-1D0E-5D00-AA1A0BDA2FA1}"/>
          </ac:spMkLst>
        </pc:spChg>
        <pc:picChg chg="add mod">
          <ac:chgData name="Kalpana G" userId="83df94b819576c1e" providerId="LiveId" clId="{1C7A182E-FCFE-4DA1-9C95-25A3C395D29F}" dt="2026-09-03T13:44:15.425" v="152"/>
          <ac:picMkLst>
            <pc:docMk/>
            <pc:sldMk cId="3810210476" sldId="283"/>
            <ac:picMk id="5" creationId="{770B8F5A-D582-4A62-F6B9-0334924DAE28}"/>
          </ac:picMkLst>
        </pc:picChg>
      </pc:sldChg>
      <pc:sldChg chg="addSp modSp mod">
        <pc:chgData name="Kalpana G" userId="83df94b819576c1e" providerId="LiveId" clId="{1C7A182E-FCFE-4DA1-9C95-25A3C395D29F}" dt="2026-09-03T14:05:43.527" v="286" actId="2711"/>
        <pc:sldMkLst>
          <pc:docMk/>
          <pc:sldMk cId="1999457609" sldId="284"/>
        </pc:sldMkLst>
        <pc:spChg chg="mod">
          <ac:chgData name="Kalpana G" userId="83df94b819576c1e" providerId="LiveId" clId="{1C7A182E-FCFE-4DA1-9C95-25A3C395D29F}" dt="2026-09-03T14:05:43.527" v="286" actId="2711"/>
          <ac:spMkLst>
            <pc:docMk/>
            <pc:sldMk cId="1999457609" sldId="284"/>
            <ac:spMk id="2" creationId="{71456DB6-A800-8238-3A9D-68F18EDC3B8F}"/>
          </ac:spMkLst>
        </pc:spChg>
        <pc:spChg chg="mod">
          <ac:chgData name="Kalpana G" userId="83df94b819576c1e" providerId="LiveId" clId="{1C7A182E-FCFE-4DA1-9C95-25A3C395D29F}" dt="2026-09-03T12:51:34.243" v="79" actId="1076"/>
          <ac:spMkLst>
            <pc:docMk/>
            <pc:sldMk cId="1999457609" sldId="284"/>
            <ac:spMk id="3" creationId="{20CCDF34-6DE3-FF39-E65A-844ED696DCBF}"/>
          </ac:spMkLst>
        </pc:spChg>
        <pc:picChg chg="add mod">
          <ac:chgData name="Kalpana G" userId="83df94b819576c1e" providerId="LiveId" clId="{1C7A182E-FCFE-4DA1-9C95-25A3C395D29F}" dt="2026-09-03T13:44:24.864" v="153"/>
          <ac:picMkLst>
            <pc:docMk/>
            <pc:sldMk cId="1999457609" sldId="284"/>
            <ac:picMk id="5" creationId="{F756C6C6-172B-8B67-FDBB-9314AA193C4C}"/>
          </ac:picMkLst>
        </pc:picChg>
      </pc:sldChg>
      <pc:sldChg chg="addSp modSp mod">
        <pc:chgData name="Kalpana G" userId="83df94b819576c1e" providerId="LiveId" clId="{1C7A182E-FCFE-4DA1-9C95-25A3C395D29F}" dt="2026-09-03T14:06:26.229" v="290" actId="2711"/>
        <pc:sldMkLst>
          <pc:docMk/>
          <pc:sldMk cId="2596382590" sldId="285"/>
        </pc:sldMkLst>
        <pc:spChg chg="mod">
          <ac:chgData name="Kalpana G" userId="83df94b819576c1e" providerId="LiveId" clId="{1C7A182E-FCFE-4DA1-9C95-25A3C395D29F}" dt="2026-09-03T14:06:26.229" v="290" actId="2711"/>
          <ac:spMkLst>
            <pc:docMk/>
            <pc:sldMk cId="2596382590" sldId="285"/>
            <ac:spMk id="2" creationId="{AE5F208A-8FE8-608C-7B09-D0EF5740AEC5}"/>
          </ac:spMkLst>
        </pc:spChg>
        <pc:spChg chg="mod">
          <ac:chgData name="Kalpana G" userId="83df94b819576c1e" providerId="LiveId" clId="{1C7A182E-FCFE-4DA1-9C95-25A3C395D29F}" dt="2026-09-03T12:52:23.019" v="87" actId="1076"/>
          <ac:spMkLst>
            <pc:docMk/>
            <pc:sldMk cId="2596382590" sldId="285"/>
            <ac:spMk id="3" creationId="{8A083014-5624-CDB4-6DC4-62946764C7C8}"/>
          </ac:spMkLst>
        </pc:spChg>
        <pc:picChg chg="add mod">
          <ac:chgData name="Kalpana G" userId="83df94b819576c1e" providerId="LiveId" clId="{1C7A182E-FCFE-4DA1-9C95-25A3C395D29F}" dt="2026-09-03T13:44:53.003" v="154"/>
          <ac:picMkLst>
            <pc:docMk/>
            <pc:sldMk cId="2596382590" sldId="285"/>
            <ac:picMk id="5" creationId="{C6DC56D0-7597-BF0A-DEBF-64EB7ADC5F81}"/>
          </ac:picMkLst>
        </pc:picChg>
      </pc:sldChg>
      <pc:sldChg chg="addSp modSp mod">
        <pc:chgData name="Kalpana G" userId="83df94b819576c1e" providerId="LiveId" clId="{1C7A182E-FCFE-4DA1-9C95-25A3C395D29F}" dt="2026-09-03T13:59:38.392" v="268" actId="2711"/>
        <pc:sldMkLst>
          <pc:docMk/>
          <pc:sldMk cId="3286440551" sldId="286"/>
        </pc:sldMkLst>
        <pc:spChg chg="mod">
          <ac:chgData name="Kalpana G" userId="83df94b819576c1e" providerId="LiveId" clId="{1C7A182E-FCFE-4DA1-9C95-25A3C395D29F}" dt="2026-09-03T13:59:38.392" v="268" actId="2711"/>
          <ac:spMkLst>
            <pc:docMk/>
            <pc:sldMk cId="3286440551" sldId="286"/>
            <ac:spMk id="2" creationId="{EF330C04-2D52-34E5-D8EF-07D16D38072E}"/>
          </ac:spMkLst>
        </pc:spChg>
        <pc:spChg chg="mod">
          <ac:chgData name="Kalpana G" userId="83df94b819576c1e" providerId="LiveId" clId="{1C7A182E-FCFE-4DA1-9C95-25A3C395D29F}" dt="2026-09-03T12:45:04.957" v="16" actId="1076"/>
          <ac:spMkLst>
            <pc:docMk/>
            <pc:sldMk cId="3286440551" sldId="286"/>
            <ac:spMk id="3" creationId="{1FDA2925-09F0-1937-D110-9C299D11EC7D}"/>
          </ac:spMkLst>
        </pc:spChg>
        <pc:picChg chg="add mod">
          <ac:chgData name="Kalpana G" userId="83df94b819576c1e" providerId="LiveId" clId="{1C7A182E-FCFE-4DA1-9C95-25A3C395D29F}" dt="2026-09-03T13:43:00.630" v="142"/>
          <ac:picMkLst>
            <pc:docMk/>
            <pc:sldMk cId="3286440551" sldId="286"/>
            <ac:picMk id="5" creationId="{7B2F9329-50D1-CCEA-5A9D-C10F81945623}"/>
          </ac:picMkLst>
        </pc:picChg>
      </pc:sldChg>
      <pc:sldChg chg="addSp modSp new mod">
        <pc:chgData name="Kalpana G" userId="83df94b819576c1e" providerId="LiveId" clId="{1C7A182E-FCFE-4DA1-9C95-25A3C395D29F}" dt="2026-09-03T14:00:13.727" v="270" actId="2711"/>
        <pc:sldMkLst>
          <pc:docMk/>
          <pc:sldMk cId="3674667393" sldId="287"/>
        </pc:sldMkLst>
        <pc:spChg chg="mod">
          <ac:chgData name="Kalpana G" userId="83df94b819576c1e" providerId="LiveId" clId="{1C7A182E-FCFE-4DA1-9C95-25A3C395D29F}" dt="2026-09-03T14:00:13.727" v="270" actId="2711"/>
          <ac:spMkLst>
            <pc:docMk/>
            <pc:sldMk cId="3674667393" sldId="287"/>
            <ac:spMk id="2" creationId="{FD7AE2C2-25B9-FB1D-4B47-D90D2C10E304}"/>
          </ac:spMkLst>
        </pc:spChg>
        <pc:spChg chg="mod">
          <ac:chgData name="Kalpana G" userId="83df94b819576c1e" providerId="LiveId" clId="{1C7A182E-FCFE-4DA1-9C95-25A3C395D29F}" dt="2026-09-03T13:50:28.956" v="226" actId="14100"/>
          <ac:spMkLst>
            <pc:docMk/>
            <pc:sldMk cId="3674667393" sldId="287"/>
            <ac:spMk id="3" creationId="{1A114822-CC7C-B7D0-B6E4-2383FBFBCE38}"/>
          </ac:spMkLst>
        </pc:spChg>
        <pc:picChg chg="add mod">
          <ac:chgData name="Kalpana G" userId="83df94b819576c1e" providerId="LiveId" clId="{1C7A182E-FCFE-4DA1-9C95-25A3C395D29F}" dt="2026-09-03T13:43:05.028" v="143"/>
          <ac:picMkLst>
            <pc:docMk/>
            <pc:sldMk cId="3674667393" sldId="287"/>
            <ac:picMk id="5" creationId="{69961292-CD55-EDD5-930F-16A9EC5F3562}"/>
          </ac:picMkLst>
        </pc:picChg>
      </pc:sldChg>
      <pc:sldChg chg="addSp modSp new">
        <pc:chgData name="Kalpana G" userId="83df94b819576c1e" providerId="LiveId" clId="{1C7A182E-FCFE-4DA1-9C95-25A3C395D29F}" dt="2026-09-03T13:03:45.486" v="126" actId="931"/>
        <pc:sldMkLst>
          <pc:docMk/>
          <pc:sldMk cId="3824068863" sldId="288"/>
        </pc:sldMkLst>
        <pc:picChg chg="add mod">
          <ac:chgData name="Kalpana G" userId="83df94b819576c1e" providerId="LiveId" clId="{1C7A182E-FCFE-4DA1-9C95-25A3C395D29F}" dt="2026-09-03T13:03:45.486" v="126" actId="931"/>
          <ac:picMkLst>
            <pc:docMk/>
            <pc:sldMk cId="3824068863" sldId="288"/>
            <ac:picMk id="4" creationId="{44371581-4653-CB35-AE6A-A5E67A2054C0}"/>
          </ac:picMkLst>
        </pc:picChg>
      </pc:sldChg>
      <pc:sldChg chg="new del">
        <pc:chgData name="Kalpana G" userId="83df94b819576c1e" providerId="LiveId" clId="{1C7A182E-FCFE-4DA1-9C95-25A3C395D29F}" dt="2026-09-03T13:05:29.457" v="130" actId="680"/>
        <pc:sldMkLst>
          <pc:docMk/>
          <pc:sldMk cId="1821700109" sldId="289"/>
        </pc:sldMkLst>
      </pc:sldChg>
      <pc:sldChg chg="new del">
        <pc:chgData name="Kalpana G" userId="83df94b819576c1e" providerId="LiveId" clId="{1C7A182E-FCFE-4DA1-9C95-25A3C395D29F}" dt="2026-09-03T13:05:24.318" v="128" actId="680"/>
        <pc:sldMkLst>
          <pc:docMk/>
          <pc:sldMk cId="2251180419" sldId="289"/>
        </pc:sldMkLst>
      </pc:sldChg>
      <pc:sldChg chg="new del">
        <pc:chgData name="Kalpana G" userId="83df94b819576c1e" providerId="LiveId" clId="{1C7A182E-FCFE-4DA1-9C95-25A3C395D29F}" dt="2026-09-03T13:38:25.312" v="132" actId="680"/>
        <pc:sldMkLst>
          <pc:docMk/>
          <pc:sldMk cId="4064338003" sldId="289"/>
        </pc:sldMkLst>
      </pc:sldChg>
    </pc:docChg>
  </pc:docChgLst>
  <pc:docChgLst>
    <pc:chgData name="lakshmi sasi kumar" userId="b6e78dad5b93cf05" providerId="LiveId" clId="{2A22AC40-D778-4DD8-93EC-31B9AC508B12}"/>
    <pc:docChg chg="modSld">
      <pc:chgData name="lakshmi sasi kumar" userId="b6e78dad5b93cf05" providerId="LiveId" clId="{2A22AC40-D778-4DD8-93EC-31B9AC508B12}" dt="2026-09-03T15:55:27.894" v="7" actId="20577"/>
      <pc:docMkLst>
        <pc:docMk/>
      </pc:docMkLst>
      <pc:sldChg chg="modSp mod">
        <pc:chgData name="lakshmi sasi kumar" userId="b6e78dad5b93cf05" providerId="LiveId" clId="{2A22AC40-D778-4DD8-93EC-31B9AC508B12}" dt="2026-09-03T15:55:27.894" v="7" actId="20577"/>
        <pc:sldMkLst>
          <pc:docMk/>
          <pc:sldMk cId="1785597037" sldId="256"/>
        </pc:sldMkLst>
        <pc:spChg chg="mod">
          <ac:chgData name="lakshmi sasi kumar" userId="b6e78dad5b93cf05" providerId="LiveId" clId="{2A22AC40-D778-4DD8-93EC-31B9AC508B12}" dt="2026-09-03T15:55:27.894" v="7" actId="20577"/>
          <ac:spMkLst>
            <pc:docMk/>
            <pc:sldMk cId="1785597037" sldId="256"/>
            <ac:spMk id="3" creationId="{E917AD2A-A723-7482-DEFF-227E939B017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1D3691-6A6A-4A24-B441-1C3CEE67B71C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A53AE-E121-4770-B3D2-F1A2F9D85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050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E65E3D-B966-43F8-82F6-A1CFEDF9B798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13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F3CAA-AC40-480D-B71C-F7918EF16B6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615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71ECFC-D2EB-403B-BF90-9F67E2DB4E6A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69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C6D79-177E-419B-B9F2-8F016C9EB616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505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196157-3129-4333-8180-7CCC5DC3CAFB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110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0993C-97B8-4C4D-B37C-6AB829EE7A0A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57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E0069-43DF-4A22-A57C-D84BD77F5F48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05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BA7F5-4A02-4C3D-BB53-F662CD885997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02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EB979D-EF75-4A87-A8E8-DB0DB1C72461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004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DD295-F4A5-416B-A982-B3CD715B3007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291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376FD-BBF0-4EC8-8723-35E16B60F20A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59990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1414F-0063-42A5-940B-BB4E8933BD4E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532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2661E-9FC2-40AE-9D0A-D0C7125CA201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78821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D3D2CD-B440-4FF8-8062-D72AF9B8CA11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0822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FC6A2-FD50-4439-A90B-8BA05FAA4C40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8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4EEF1-8DE9-4444-89CC-068334B3AA6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36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71C73-D5DE-4483-BEFA-072058C01A74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38BDA44-6339-4AE0-B243-8B1C216A5A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13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7859" y="1470212"/>
            <a:ext cx="12326470" cy="1587566"/>
          </a:xfrm>
        </p:spPr>
        <p:txBody>
          <a:bodyPr>
            <a:normAutofit/>
          </a:bodyPr>
          <a:lstStyle/>
          <a:p>
            <a:r>
              <a:rPr lang="en-US" sz="4000" b="1" dirty="0"/>
              <a:t>Smart Campus Network Health Monitoring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9341" y="3572435"/>
            <a:ext cx="9231323" cy="2831281"/>
          </a:xfrm>
        </p:spPr>
        <p:txBody>
          <a:bodyPr/>
          <a:lstStyle/>
          <a:p>
            <a:r>
              <a:rPr lang="en-US" dirty="0"/>
              <a:t>                              Guided by </a:t>
            </a:r>
            <a:r>
              <a:rPr lang="en-US" dirty="0" err="1"/>
              <a:t>Dr.JaiSharma</a:t>
            </a:r>
            <a:r>
              <a:rPr lang="en-US" dirty="0"/>
              <a:t> K</a:t>
            </a:r>
          </a:p>
          <a:p>
            <a:r>
              <a:rPr lang="en-US" dirty="0"/>
              <a:t>                                       Presented by</a:t>
            </a:r>
          </a:p>
          <a:p>
            <a:r>
              <a:rPr lang="en-US" dirty="0"/>
              <a:t>                       Nithiya </a:t>
            </a:r>
            <a:r>
              <a:rPr lang="en-US" dirty="0" err="1"/>
              <a:t>shree</a:t>
            </a:r>
            <a:r>
              <a:rPr lang="en-US" dirty="0"/>
              <a:t> G –[1972260031]</a:t>
            </a:r>
          </a:p>
          <a:p>
            <a:r>
              <a:rPr lang="en-US" dirty="0"/>
              <a:t>                       Sushmitha G – [1972260028]</a:t>
            </a:r>
          </a:p>
          <a:p>
            <a:r>
              <a:rPr lang="en-US" dirty="0"/>
              <a:t>                       </a:t>
            </a:r>
            <a:r>
              <a:rPr lang="en-US" dirty="0" err="1"/>
              <a:t>Shylesh</a:t>
            </a:r>
            <a:r>
              <a:rPr lang="en-US" dirty="0"/>
              <a:t> kumar S – [1925260085]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4CD39B8-40BA-EB50-D865-8DFDECD27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597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2908" y="1363756"/>
            <a:ext cx="9976063" cy="818866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Book Antiqua" panose="02040602050305030304" pitchFamily="18" charset="0"/>
              </a:rPr>
              <a:t>ABSTRACT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2057116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campus network connects many devices and services.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Monitoring a large network manually is difficult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Our project provides a centralized network monitoring dashboard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displays device status and network health information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 It helps identify network problems quickly.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dirty="0"/>
              <a:t>The system supports efficient network management.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469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49" y="1441495"/>
            <a:ext cx="9976063" cy="818866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CHAPTER 1- 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1850928"/>
            <a:ext cx="10663451" cy="4800884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Campus networks support learning, communication and administration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They contain routers, switches, computers, servers and Wi-Fi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failures can affect important campus services.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Continuous monitoring helps detect problems early.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Our dashboard provides a simple view of network health.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93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6832" y="1354791"/>
            <a:ext cx="9976063" cy="818866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2057116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Manual monitoring of multiple devices takes time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information may be distributed across different devices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Device failures may not be noticed immediately.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can be difficult to understand overall network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Troubleshooting may take longer without a centralized monitoring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Proposed Solution Develop a centralized dashboard that collects, analyzes and displays campus network health information in an easy-to-understand format.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485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245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49" y="1443318"/>
            <a:ext cx="9976063" cy="61379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OBJECTIVES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1868857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monitor the status of campus network devices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identify active and inactive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monitor important network performance parameters.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display network health in a simple visual format.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detect abnormal network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provide alerts or warnings when required.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reduce manual monitoring effort.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To support faster troubleshooting.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50" y="-85343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131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49" y="1381685"/>
            <a:ext cx="9976063" cy="818866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SCOPE OF THE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2057116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project focuses on: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device monitoring.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Device availability and connectivity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health monitoring.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Performance visualization.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Bandwidth and latency monitoring.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Alert generation.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Centralized dashboard-based monitoring</a:t>
            </a:r>
          </a:p>
          <a:p>
            <a:pPr marL="0" indent="0">
              <a:buNone/>
            </a:pPr>
            <a:r>
              <a:rPr lang="en-US" dirty="0"/>
              <a:t>Target Users: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administrators and campus IT support teams.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564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49" y="1318932"/>
            <a:ext cx="9976063" cy="818866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CHAPTER 2- LITERATURE REVIEW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2057116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monitoring is important for maintaining reliable network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Existing monitoring systems collect information about devices, traffic and connectivity.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These systems help administrators identify faults and performance issues.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Data visualization makes network information easier to understand.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Smart campus systems use technology to improve campus infrastructure management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Our project combines network monitoring and visualization in a simple campus-focused dashboard.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182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549" y="1381685"/>
            <a:ext cx="9976063" cy="818866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EXISTING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17AD2A-A723-7482-DEFF-227E939B0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8549" y="2057116"/>
            <a:ext cx="10663451" cy="480088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Existing tools can monitor network devices and performance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Administrators can view information such as device availability and network traffic.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Some monitoring tools can be complex to configure and use.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Information may require checking multiple interfaces or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Manual analysis can increase the time required to identify problems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 simple centralized campus-oriented dashboard can make this process easier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394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45061-57BC-27C5-251C-B54B86F36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424" y="1285875"/>
            <a:ext cx="9568236" cy="729621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  <a:cs typeface="Arial" panose="020B0604020202020204" pitchFamily="34" charset="0"/>
              </a:rPr>
              <a:t>PROPOSED SYSTEM</a:t>
            </a:r>
            <a:endParaRPr lang="en-IN" b="1" dirty="0"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09211-753D-00C2-298D-A70C4E4F5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424" y="1905000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Smart Campus Network Health Monitoring   information from monitored network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Processes and analyses the collected data.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Displays device and network health information in one dashboard.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Shows active, inactive and unhealthy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Uses graphs and indicators for better visualization.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Highlights abnormal conditions using alerts or warnings.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Helps administrators identify and respond to problems quickly.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489C6-8EDA-323C-D39D-B67B5AC37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7E3D25-B10F-428F-7DD7-22FD5D780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905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9F4CF-66A9-94E9-CD5F-7C5AE12B3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1858" y="1281952"/>
            <a:ext cx="9048283" cy="896471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SYSTEM ARCHITECTURE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31C55-9343-C580-E5B4-FB778CE53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78423"/>
            <a:ext cx="8915400" cy="377762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Network Devices</a:t>
            </a:r>
          </a:p>
          <a:p>
            <a:pPr marL="0" indent="0">
              <a:buNone/>
            </a:pPr>
            <a:r>
              <a:rPr lang="en-IN" dirty="0"/>
              <a:t>          ↓</a:t>
            </a:r>
          </a:p>
          <a:p>
            <a:pPr marL="0" indent="0">
              <a:buNone/>
            </a:pPr>
            <a:r>
              <a:rPr lang="en-IN" dirty="0"/>
              <a:t>Data Collection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pPr marL="0" indent="0">
              <a:buNone/>
            </a:pPr>
            <a:r>
              <a:rPr lang="en-IN" dirty="0"/>
              <a:t>Data Processing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pPr marL="0" indent="0">
              <a:buNone/>
            </a:pPr>
            <a:r>
              <a:rPr lang="en-IN" dirty="0"/>
              <a:t>Network Health Analysis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pPr marL="0" indent="0">
              <a:buNone/>
            </a:pPr>
            <a:r>
              <a:rPr lang="en-IN" dirty="0"/>
              <a:t>Monitoring Dashboard</a:t>
            </a:r>
          </a:p>
          <a:p>
            <a:pPr marL="0" indent="0">
              <a:buNone/>
            </a:pPr>
            <a:r>
              <a:rPr lang="en-IN" dirty="0"/>
              <a:t>         ↓</a:t>
            </a:r>
          </a:p>
          <a:p>
            <a:pPr marL="0" indent="0">
              <a:buNone/>
            </a:pPr>
            <a:r>
              <a:rPr lang="en-IN" dirty="0"/>
              <a:t>Administrator </a:t>
            </a:r>
          </a:p>
          <a:p>
            <a:pPr marL="0" indent="0">
              <a:buNone/>
            </a:pPr>
            <a:r>
              <a:rPr lang="en-IN" dirty="0"/>
              <a:t>Main Components , Network devices, Data collection processing module, Health analysis module, Dashboard Alert system 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67CAF-332F-A14C-F16F-27F362487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826E59-3DFA-E0A6-4148-27E61945BD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5589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7BCE-E797-89DF-780C-17991236A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377" y="1461247"/>
            <a:ext cx="7514500" cy="896471"/>
          </a:xfrm>
        </p:spPr>
        <p:txBody>
          <a:bodyPr>
            <a:norm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DASHBOARD FEATURES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1C2B7-EE80-6A12-32B7-F0E66B6E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dashboard provides: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Active Devices – Devices currently available.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Network Health – Overall network condition.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Bandwidth Usage – Network usage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Latency – Communication delay.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Inactive Devices – Devices that are unavailable.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Total Devices – Number of monitored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Connectivity Status – Current connection condition.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Alerts – Warnings about abnormal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Graphs and Charts – Visual representation of network performance.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E0A6E3-AF0E-88CB-BAB9-6B4FD98A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4DD9E0-8A19-2914-28F9-5EDCD751A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787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30C04-2D52-34E5-D8EF-07D16D380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0156" y="1757083"/>
            <a:ext cx="8911687" cy="515469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WORKING PRINCIPLE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A2925-09F0-1937-D110-9C299D11E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3423" y="2474258"/>
            <a:ext cx="8915400" cy="326663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system collects information from network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collected information is processed by the system.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Important network parameters are analyzed.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system determines the health status of the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results are displayed on the dashboard.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Graphs and indicators provide a clear view of network performance.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Abnormal conditions are highlighted for the administrator.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administrator can take appropriate troubleshoot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7767E-AD79-B849-26A4-A64CAA8C1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2F9329-50D1-CCEA-5A9D-C10F81945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4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AE2C2-25B9-FB1D-4B47-D90D2C10E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3624" y="1515035"/>
            <a:ext cx="9111034" cy="833037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DASHBOARD FEATURES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14822-CC7C-B7D0-B6E4-2383FBFBC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1882" y="2348072"/>
            <a:ext cx="8823371" cy="3777622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dashboard provides: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Total Devices – Number of monitored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Active Devices – Devices currently available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Inactive Devices – Devices that are unavailable.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Network Health – Overall network condition.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Bandwidth Usage – Network usage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Latency – Communication delay.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Connectivity Status – Current connection condition.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Alerts – Warnings about abnormal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Graphs and Charts – Visual representation of network performance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68F4C-0AAB-847A-D588-31F3FD0E0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61292-CD55-EDD5-930F-16A9EC5F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6673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EB7D3-6742-D9EC-3BE5-D34A16D7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371581-4653-CB35-AE6A-A5E67A205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4046"/>
            <a:ext cx="12192000" cy="6229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0688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B370C-1DB4-84CD-34EC-DFA45B3A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894" y="1667436"/>
            <a:ext cx="9308260" cy="1416424"/>
          </a:xfrm>
        </p:spPr>
        <p:txBody>
          <a:bodyPr>
            <a:normAutofit/>
          </a:bodyPr>
          <a:lstStyle/>
          <a:p>
            <a:r>
              <a:rPr lang="en-US" sz="3200" b="1" dirty="0"/>
              <a:t>SUSTAINABILITY, ETHICS, SAFETY AND SECURITY</a:t>
            </a:r>
            <a:endParaRPr lang="en-IN" sz="32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02AA89-517B-1DA3-DE56-085C3FB59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9482" y="2279777"/>
            <a:ext cx="9469626" cy="34728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Sustainability Reduces the need for continuous manual monitoring.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Helps in efficient use of network resources.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Ethics Network data should be accessed only for authorized purposes.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User privacy should be respected.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Safety Network configurations should be changed only by authorized personnel.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Monitoring should not disturb normal network operation.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SecurityDashboard access should be restricted.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Authentication should be provided.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BACAA-3867-1660-6951-F92E7BEDA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E2B3E-E629-7192-6F1B-51B279B34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8854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7D0C9-F50F-0481-C6B6-B4E53DEF6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3424" y="1541928"/>
            <a:ext cx="9067800" cy="717178"/>
          </a:xfrm>
        </p:spPr>
        <p:txBody>
          <a:bodyPr>
            <a:normAutofit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ENGINEERING TRADE-OFFS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9F347-E8E3-BCA7-6470-A7672B52A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33401" y="2259106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Accuracy: Accurate data is required for reliable network health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Performance: Monitoring should not create unnecessary network traffic.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Security: Access must be limited to authorized users.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Cost: The system should use resources efficiently.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Usability: The dashboard should remain simple and easy to understand.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Real-time Monitoring: More frequent monitoring gives updated information but requires more system resources.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DA67B-EBD0-F03F-2EE6-39B1744B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00EEB9-8D68-69F4-0F5E-9079DDD7B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41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FAFEF-262D-8B1D-7851-8D5CDA2B2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9507" y="1595718"/>
            <a:ext cx="9442730" cy="1174375"/>
          </a:xfrm>
        </p:spPr>
        <p:txBody>
          <a:bodyPr>
            <a:normAutofit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TECHNOLOGIES USED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6768D2-C299-6474-9757-80383BBE6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2588" y="2223246"/>
            <a:ext cx="9622024" cy="36879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Software Python – Data processing and monitoring logic.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HTML – Dashboard structure.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CSS – Dashboard layout and design.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JavaScript – Interactive dashboard features.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Networking IP addressing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Routers and switches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Device connectivity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Network performance parameters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Visualization Charts, Graphs, Status indicators, Health metrics.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1ACDD6-B5E6-20DC-C547-7F7FA3CFD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B9CB02-7247-C10B-866E-70B3323FF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12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76427-C104-6443-5BAB-D448EBF6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7435" y="1712258"/>
            <a:ext cx="9188005" cy="4482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IMPLEMENTATION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D998E-803C-81C1-0C77-3472D89EA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5115" y="2336248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system is divided into different modules: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Module 1 – Data Collection Collects information from network devices.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Module 2 – Data Processing Processes the collected network information.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Module 3 – Health Monitoring Analyses device availability and network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Module 4 – Dashboard Displays the results using graphs and indicators.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Module 5 – Alerts Highlights abnormal network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Flow: Collect → Process → Analyse → Display → Alert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D074F-7549-7AFA-A795-4A5F1CF82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08B0E-54B7-CD77-88B6-3B44390D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9180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9275B-7291-3FC1-08C1-1F1DB5099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7059" y="1523999"/>
            <a:ext cx="7816323" cy="62304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TESTING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BDAB1-8E08-5717-9AC7-884AB8AE4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3654" y="2366682"/>
            <a:ext cx="8698659" cy="3777622"/>
          </a:xfrm>
        </p:spPr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system is tested under different network conditions.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Test Case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Expected Result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Device is active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Shows Active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Device is unavailable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Shows Inactive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Normal network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Shows Healthy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High network usage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 Warning displayed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6E33CC-60E6-14DD-8174-F1A10885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9B8B8-927C-B715-B9AD-C60F8F5D2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04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639E-AC4A-C467-205F-61A2E4242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97742" y="1595718"/>
            <a:ext cx="9406872" cy="42134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RESULTS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2945D-460A-FAA8-93E2-7EE2232AA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176" y="2326901"/>
            <a:ext cx="9134243" cy="3647074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dashboard successfully provides a centralized view of network health.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Active and inactive devices can be identified.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performance information is displayed clearly.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Graphs make network data easier to understand.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Abnormal conditions can be highlighted.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The system reduces manual monitoring effort.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It supports faster identification and troubleshooting of network problems.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317BD-2BA9-344C-E137-52164DD3D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286FD-100C-7032-CCE5-B53C8EBBA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2986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DFD7-3B18-468A-D91B-24EAD5203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871" y="1152907"/>
            <a:ext cx="9693742" cy="62210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REPORT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CA079-AC8E-21A1-9B44-9C7EF7F5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3376" y="1775012"/>
            <a:ext cx="8915400" cy="453065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/>
              <a:t>Planning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Requirement Analysis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Literature Review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System Design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Implementation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Testing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Result Analysis</a:t>
            </a:r>
          </a:p>
          <a:p>
            <a:pPr marL="0" indent="0">
              <a:buNone/>
            </a:pPr>
            <a:r>
              <a:rPr lang="en-IN" sz="7200" dirty="0"/>
              <a:t>      ↓</a:t>
            </a:r>
          </a:p>
          <a:p>
            <a:pPr marL="0" indent="0">
              <a:buNone/>
            </a:pPr>
            <a:r>
              <a:rPr lang="en-IN" sz="7200" dirty="0"/>
              <a:t>Documentation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91860B-1A57-0CB3-6FA8-D3E3DF245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9EAD2-06C4-1F2E-2403-230D32B7A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25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7978B-A43F-B220-9450-2D6E68A03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1223" y="1577787"/>
            <a:ext cx="9783389" cy="591671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ell MT" panose="02020503060305020303" pitchFamily="18" charset="0"/>
              </a:rPr>
              <a:t>CONCLUSION</a:t>
            </a:r>
            <a:endParaRPr lang="en-IN" b="1" dirty="0">
              <a:latin typeface="Bell MT" panose="020205030603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1613-BCB6-C299-E604-ADAC6D686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8300" y="2443885"/>
            <a:ext cx="8915400" cy="3033551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Smart Campus Network Health Monitoring Dashboard provides a centralized solution for monitoring campus networks.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It displays important network information in a simple and understandable format.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The system helps administrators identify device and connectivity problems.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Visual monitoring makes network performance easier to analyse.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It reduces manual effort and supports efficient network management.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30D1F-5D3F-3CE8-A0D8-F7592C441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F3FACB-F66B-2A6C-4863-E77131BCD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010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21637-9FC0-E800-1E5A-C1FF0EE17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1579" y="1718702"/>
            <a:ext cx="6968472" cy="60063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 Antiqua" panose="02040602050305030304" pitchFamily="18" charset="0"/>
              </a:rPr>
              <a:t>FUTURE ENHANCEMENTS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FE01B-F007-1D0E-5D00-AA1A0BDA2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834" y="2752165"/>
            <a:ext cx="9684777" cy="315905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Real-time automatic monitoring.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Email and mobile notifications.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AI-based anomaly detection.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Predictive network failure detection.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Historical network data analysis.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Mobile application support.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Automatic network health reports.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Advanced network traffic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E4924-FD02-8C26-3002-AE5D89B15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0B8F5A-D582-4A62-F6B9-0334924DA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210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56DB6-A800-8238-3A9D-68F18EDC3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5372" y="1470212"/>
            <a:ext cx="8911687" cy="55132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Bookman Old Style" panose="02050604050505020204" pitchFamily="18" charset="0"/>
              </a:rPr>
              <a:t>REFLECTION</a:t>
            </a:r>
            <a:endParaRPr lang="en-IN" b="1" dirty="0"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CDF34-6DE3-FF39-E65A-844ED696D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5372" y="2312894"/>
            <a:ext cx="8915400" cy="377762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Through this project, we learned: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monitoring concepts.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Python programming and data processing.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Dashboard design and development.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Data visualization using charts and graphs.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Network testing and troubleshooting.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System design and project planning.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Overall: “This project helped us understand how networking and software development can be combined to solve a practical campus problem.”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107AAD-BCEC-611B-BD4D-2A92FCFB5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6C6C6-172B-8B67-FDBB-9314AA193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457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F208A-8FE8-608C-7B09-D0EF5740A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5750" y="1506071"/>
            <a:ext cx="8911687" cy="1053353"/>
          </a:xfrm>
        </p:spPr>
        <p:txBody>
          <a:bodyPr/>
          <a:lstStyle/>
          <a:p>
            <a:r>
              <a:rPr lang="en-US" b="1" dirty="0">
                <a:latin typeface="Book Antiqua" panose="02040602050305030304" pitchFamily="18" charset="0"/>
              </a:rPr>
              <a:t>REFERENCES</a:t>
            </a:r>
            <a:endParaRPr lang="en-IN" b="1" dirty="0">
              <a:latin typeface="Book Antiqua" panose="0204060205030503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083014-5624-CDB4-6DC4-62946764C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5750" y="2447364"/>
            <a:ext cx="9628862" cy="27377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Computer Networking Textbooks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Python Documentation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HTML, CSS and JavaScript Documentation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Network Monitoring Research Papers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Smart Campus Network Research Articles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9E380-7876-6393-623D-EC98AF33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DC56D0-7597-BF0A-DEBF-64EB7ADC5F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" y="47625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3825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823FC-68F5-0DEE-F8FF-DBCE346D1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492" y="3121641"/>
            <a:ext cx="9976063" cy="818866"/>
          </a:xfrm>
        </p:spPr>
        <p:txBody>
          <a:bodyPr/>
          <a:lstStyle/>
          <a:p>
            <a:pPr algn="ctr"/>
            <a:r>
              <a:rPr lang="en-US" b="1" dirty="0">
                <a:latin typeface="Book Antiqua" panose="02040602050305030304" pitchFamily="18" charset="0"/>
              </a:rPr>
              <a:t>Thank You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0390F-F2F7-3C98-9DED-A1FDB89D6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8BDA44-6339-4AE0-B243-8B1C216A5A84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45724C-C4C8-A486-29E8-7B60B1581C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91" y="0"/>
            <a:ext cx="71818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7819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320</TotalTime>
  <Words>1350</Words>
  <Application>Microsoft Office PowerPoint</Application>
  <PresentationFormat>Widescreen</PresentationFormat>
  <Paragraphs>239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Arial</vt:lpstr>
      <vt:lpstr>Bell MT</vt:lpstr>
      <vt:lpstr>Book Antiqua</vt:lpstr>
      <vt:lpstr>Bookman Old Style</vt:lpstr>
      <vt:lpstr>Century Gothic</vt:lpstr>
      <vt:lpstr>Wingdings</vt:lpstr>
      <vt:lpstr>Wingdings 3</vt:lpstr>
      <vt:lpstr>Wisp</vt:lpstr>
      <vt:lpstr>Smart Campus Network Health Monitoring Dashboard</vt:lpstr>
      <vt:lpstr>ABSTRACT</vt:lpstr>
      <vt:lpstr>CHAPTER 1- INTRODUCTION</vt:lpstr>
      <vt:lpstr>PROBLEM STATEMENT</vt:lpstr>
      <vt:lpstr>OBJECTIVES</vt:lpstr>
      <vt:lpstr>SCOPE OF THE PROJECT</vt:lpstr>
      <vt:lpstr>CHAPTER 2- LITERATURE REVIEW</vt:lpstr>
      <vt:lpstr>EXISTING SYSTEM</vt:lpstr>
      <vt:lpstr>PROPOSED SYSTEM</vt:lpstr>
      <vt:lpstr>SYSTEM ARCHITECTURE</vt:lpstr>
      <vt:lpstr>DASHBOARD FEATURES</vt:lpstr>
      <vt:lpstr>WORKING PRINCIPLE</vt:lpstr>
      <vt:lpstr>DASHBOARD FEATURES</vt:lpstr>
      <vt:lpstr>PowerPoint Presentation</vt:lpstr>
      <vt:lpstr>SUSTAINABILITY, ETHICS, SAFETY AND SECURITY</vt:lpstr>
      <vt:lpstr>ENGINEERING TRADE-OFFS</vt:lpstr>
      <vt:lpstr>TECHNOLOGIES USED</vt:lpstr>
      <vt:lpstr>IMPLEMENTATION</vt:lpstr>
      <vt:lpstr>TESTING</vt:lpstr>
      <vt:lpstr>RESULTS</vt:lpstr>
      <vt:lpstr>REPORT</vt:lpstr>
      <vt:lpstr>CONCLUSION</vt:lpstr>
      <vt:lpstr>FUTURE ENHANCEMENTS</vt:lpstr>
      <vt:lpstr>REFLECTION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 Senthilkumar</dc:creator>
  <cp:lastModifiedBy>lakshmi sasi kumar</cp:lastModifiedBy>
  <cp:revision>2</cp:revision>
  <dcterms:created xsi:type="dcterms:W3CDTF">2026-08-23T12:49:11Z</dcterms:created>
  <dcterms:modified xsi:type="dcterms:W3CDTF">2026-09-03T15:55:33Z</dcterms:modified>
</cp:coreProperties>
</file>