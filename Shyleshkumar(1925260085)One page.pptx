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1204" y="691641"/>
            <a:ext cx="3553460" cy="835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SIMATS</a:t>
            </a:r>
            <a:r>
              <a:rPr dirty="0" sz="1300" spc="-4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ENGINEERING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Saveetha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Institute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Medical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Technical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Sciences</a:t>
            </a:r>
            <a:endParaRPr sz="1300">
              <a:latin typeface="Times New Roman"/>
              <a:cs typeface="Times New Roman"/>
            </a:endParaRPr>
          </a:p>
          <a:p>
            <a:pPr marL="1606550">
              <a:lnSpc>
                <a:spcPct val="100000"/>
              </a:lnSpc>
              <a:spcBef>
                <a:spcPts val="50"/>
              </a:spcBef>
            </a:pPr>
            <a:r>
              <a:rPr dirty="0" sz="1300">
                <a:latin typeface="Times New Roman"/>
                <a:cs typeface="Times New Roman"/>
              </a:rPr>
              <a:t>Chennai-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602105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444" y="1618005"/>
            <a:ext cx="2936240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44195">
              <a:lnSpc>
                <a:spcPct val="152300"/>
              </a:lnSpc>
              <a:spcBef>
                <a:spcPts val="100"/>
              </a:spcBef>
            </a:pPr>
            <a:r>
              <a:rPr dirty="0" sz="1300" b="1">
                <a:latin typeface="Times New Roman"/>
                <a:cs typeface="Times New Roman"/>
              </a:rPr>
              <a:t>Student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Name: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Shylesh</a:t>
            </a:r>
            <a:r>
              <a:rPr dirty="0" sz="1300" spc="-6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Kumar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spc="-25" b="1">
                <a:latin typeface="Times New Roman"/>
                <a:cs typeface="Times New Roman"/>
              </a:rPr>
              <a:t>.S </a:t>
            </a:r>
            <a:r>
              <a:rPr dirty="0" sz="1300" b="1">
                <a:latin typeface="Times New Roman"/>
                <a:cs typeface="Times New Roman"/>
              </a:rPr>
              <a:t>Course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Code</a:t>
            </a:r>
            <a:r>
              <a:rPr dirty="0" sz="1300">
                <a:latin typeface="Times New Roman"/>
                <a:cs typeface="Times New Roman"/>
              </a:rPr>
              <a:t>: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CSA0704</a:t>
            </a:r>
            <a:endParaRPr sz="13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645"/>
              </a:spcBef>
            </a:pPr>
            <a:r>
              <a:rPr dirty="0" sz="1300" b="1">
                <a:latin typeface="Times New Roman"/>
                <a:cs typeface="Times New Roman"/>
              </a:rPr>
              <a:t>Course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Name</a:t>
            </a:r>
            <a:r>
              <a:rPr dirty="0" sz="1300">
                <a:latin typeface="Times New Roman"/>
                <a:cs typeface="Times New Roman"/>
              </a:rPr>
              <a:t>: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COMPUTER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NETWORKS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0534" y="1618005"/>
            <a:ext cx="1705610" cy="62928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300" b="1">
                <a:latin typeface="Times New Roman"/>
                <a:cs typeface="Times New Roman"/>
              </a:rPr>
              <a:t>Reg.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No.: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1925260085</a:t>
            </a:r>
            <a:endParaRPr sz="13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815"/>
              </a:spcBef>
            </a:pPr>
            <a:r>
              <a:rPr dirty="0" sz="1300" spc="-10" b="1">
                <a:latin typeface="Times New Roman"/>
                <a:cs typeface="Times New Roman"/>
              </a:rPr>
              <a:t>Slot:A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444" y="2862452"/>
            <a:ext cx="26860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Course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Faculty: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Dr.K.</a:t>
            </a:r>
            <a:r>
              <a:rPr dirty="0" sz="1300" spc="-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JAI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SHARMA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64184" y="3094608"/>
          <a:ext cx="6732905" cy="5663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44005"/>
              </a:tblGrid>
              <a:tr h="246379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300" b="1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3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b="1">
                          <a:latin typeface="Times New Roman"/>
                          <a:cs typeface="Times New Roman"/>
                        </a:rPr>
                        <a:t>Title:</a:t>
                      </a:r>
                      <a:r>
                        <a:rPr dirty="0" sz="13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13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CAMPUS</a:t>
                      </a:r>
                      <a:r>
                        <a:rPr dirty="0" sz="13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3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dirty="0" sz="13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MONITARING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DASHBOARD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97910">
                <a:tc>
                  <a:txBody>
                    <a:bodyPr/>
                    <a:lstStyle/>
                    <a:p>
                      <a:pPr algn="ctr" marR="7372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300" b="1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dirty="0" sz="13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 b="1">
                          <a:latin typeface="Times New Roman"/>
                          <a:cs typeface="Times New Roman"/>
                        </a:rPr>
                        <a:t>PHOTO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39700">
                        <a:lnSpc>
                          <a:spcPct val="100000"/>
                        </a:lnSpc>
                      </a:pP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INDIVIDUAL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CONTRIBUTION</a:t>
                      </a:r>
                      <a:r>
                        <a:rPr dirty="0" sz="13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PRESENTATION</a:t>
                      </a:r>
                      <a:r>
                        <a:rPr dirty="0" sz="13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13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PROJECT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6070">
                <a:tc>
                  <a:txBody>
                    <a:bodyPr/>
                    <a:lstStyle/>
                    <a:p>
                      <a:pPr marL="112395">
                        <a:lnSpc>
                          <a:spcPts val="1510"/>
                        </a:lnSpc>
                        <a:spcBef>
                          <a:spcPts val="305"/>
                        </a:spcBef>
                      </a:pPr>
                      <a:r>
                        <a:rPr dirty="0" sz="1300" b="1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300" spc="-10" b="1">
                          <a:latin typeface="Times New Roman"/>
                          <a:cs typeface="Times New Roman"/>
                        </a:rPr>
                        <a:t> DESCRIPTION:</a:t>
                      </a:r>
                      <a:r>
                        <a:rPr dirty="0" sz="13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b="1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3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 b="1">
                          <a:latin typeface="Times New Roman"/>
                          <a:cs typeface="Times New Roman"/>
                        </a:rPr>
                        <a:t>MONITARING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9850" marR="274320">
                        <a:lnSpc>
                          <a:spcPct val="95800"/>
                        </a:lnSpc>
                        <a:spcBef>
                          <a:spcPts val="2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My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3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health,</a:t>
                      </a:r>
                      <a:r>
                        <a:rPr dirty="0" sz="13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connectivity, status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3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performances</a:t>
                      </a:r>
                      <a:r>
                        <a:rPr dirty="0" sz="13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3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network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devices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campus.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tracks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status,</a:t>
                      </a:r>
                      <a:r>
                        <a:rPr dirty="0" sz="13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response time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availability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quickly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3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issues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3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dirty="0" sz="13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dirty="0" sz="13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3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performance.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helps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offline</a:t>
                      </a:r>
                      <a:r>
                        <a:rPr dirty="0" sz="13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slow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devices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timely</a:t>
                      </a:r>
                      <a:r>
                        <a:rPr dirty="0" sz="13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dirty="0" sz="13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3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troubleshooting.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3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improves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reliability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>
                          <a:latin typeface="Times New Roman"/>
                          <a:cs typeface="Times New Roman"/>
                        </a:rPr>
                        <a:t>campus</a:t>
                      </a:r>
                      <a:r>
                        <a:rPr dirty="0" sz="13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network.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21588" y="9161474"/>
            <a:ext cx="13023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Student</a:t>
            </a:r>
            <a:r>
              <a:rPr dirty="0" sz="1300" spc="-4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Signature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1346" y="9161474"/>
            <a:ext cx="11798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Guide</a:t>
            </a:r>
            <a:r>
              <a:rPr dirty="0" sz="1300" spc="-6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Signature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1350" y="3830573"/>
            <a:ext cx="6371590" cy="1371600"/>
            <a:chOff x="641350" y="3830573"/>
            <a:chExt cx="6371590" cy="13716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350" y="3849623"/>
              <a:ext cx="2204085" cy="135166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1150" y="3830573"/>
              <a:ext cx="4161536" cy="137160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325244" y="5392039"/>
            <a:ext cx="5131435" cy="1600200"/>
            <a:chOff x="1325244" y="5392039"/>
            <a:chExt cx="5131435" cy="160020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5244" y="5392039"/>
              <a:ext cx="2547620" cy="15986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7944" y="5410454"/>
              <a:ext cx="2578480" cy="1581785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1809" y="717550"/>
            <a:ext cx="666750" cy="6572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22390" y="717550"/>
            <a:ext cx="514350" cy="600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One_page_Writeup Project.docx</dc:title>
  <dcterms:created xsi:type="dcterms:W3CDTF">2026-09-03T17:25:09Z</dcterms:created>
  <dcterms:modified xsi:type="dcterms:W3CDTF">2026-09-03T17:25:09Z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2026-09-03T00:00:00Z</vt:filetime>
  </property>
  <property fmtid="{D5CDD505-2E9C-101B-9397-08002B2CF9AE}" pid="6" name="Producer">
    <vt:lpwstr>www.ilovepdf.com</vt:lpwstr>
  </property>
</Properties>
</file>